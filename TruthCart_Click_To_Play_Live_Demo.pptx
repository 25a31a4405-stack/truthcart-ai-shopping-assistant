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microsoft.com/office/2007/relationships/media" Target="../media/media1.mp4"/><Relationship Id="rId4" Type="http://schemas.openxmlformats.org/officeDocument/2006/relationships/video" Target="../media/media1.mp4"/><Relationship Id="rId5" Type="http://schemas.openxmlformats.org/officeDocument/2006/relationships/image" Target="../media/image8.png"/><Relationship Id="rId6" Type="http://schemas.openxmlformats.org/officeDocument/2006/relationships/image" Target="../media/image9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78662.mp4">
            <a:hlinkClick r:id="" action="ppaction://media"/>
          </p:cNvPr>
          <p:cNvPicPr>
            <a:picLocks noChangeAspect="1"/>
          </p:cNvPicPr>
          <p:nvPr>
            <a:vide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6700000" y="1300000"/>
            <a:ext cx="5000000" cy="3900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3"/>
                </p:tgtEl>
              </p:cMediaNode>
            </p:video>
            <p:video>
              <p:cMediaNode vol="80000">
                <p:cTn id="3" fill="hold" display="0">
                  <p:stCondLst>
                    <p:cond delay="indefinite"/>
                  </p:stCondLst>
                </p:cTn>
                <p:tgtEl>
                  <p:spTgt spid="3"/>
                </p:tgtEl>
              </p:cMediaNode>
            </p:video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